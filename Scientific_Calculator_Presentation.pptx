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2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4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3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1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4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5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8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1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1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0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55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70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62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10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7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05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4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33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970313"/>
          </a:xfrm>
        </p:spPr>
        <p:txBody>
          <a:bodyPr/>
          <a:lstStyle/>
          <a:p>
            <a:pPr algn="ctr"/>
            <a:r>
              <a:rPr lang="en-US" dirty="0"/>
              <a:t>Basic &amp; </a:t>
            </a:r>
            <a:r>
              <a:rPr dirty="0"/>
              <a:t>Scientific Calculator using </a:t>
            </a:r>
            <a:r>
              <a:rPr dirty="0" err="1"/>
              <a:t>Tkinter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05744"/>
            <a:ext cx="6400800" cy="1153886"/>
          </a:xfrm>
        </p:spPr>
        <p:txBody>
          <a:bodyPr>
            <a:normAutofit/>
          </a:bodyPr>
          <a:lstStyle/>
          <a:p>
            <a:pPr algn="ctr"/>
            <a:r>
              <a:rPr lang="en-IN" dirty="0" err="1"/>
              <a:t>NextHikes</a:t>
            </a:r>
            <a:r>
              <a:rPr lang="en-IN" dirty="0"/>
              <a:t> IT Solutions</a:t>
            </a:r>
          </a:p>
          <a:p>
            <a:pPr algn="ctr"/>
            <a:r>
              <a:rPr lang="en-IN" dirty="0"/>
              <a:t>Shahrukh Shaikh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This project involves building </a:t>
            </a:r>
            <a:r>
              <a:rPr lang="en-US" sz="2200" dirty="0">
                <a:latin typeface="Aptos" panose="020B0004020202020204" pitchFamily="34" charset="0"/>
              </a:rPr>
              <a:t>a basic &amp; </a:t>
            </a:r>
            <a:r>
              <a:rPr sz="2200" dirty="0">
                <a:latin typeface="Aptos" panose="020B0004020202020204" pitchFamily="34" charset="0"/>
              </a:rPr>
              <a:t>advanced scientific calculator</a:t>
            </a:r>
            <a:r>
              <a:rPr lang="en-US" sz="2200" dirty="0">
                <a:latin typeface="Aptos" panose="020B0004020202020204" pitchFamily="34" charset="0"/>
              </a:rPr>
              <a:t> and </a:t>
            </a:r>
            <a:r>
              <a:rPr sz="2200" dirty="0">
                <a:latin typeface="Aptos" panose="020B0004020202020204" pitchFamily="34" charset="0"/>
              </a:rPr>
              <a:t>using Python and </a:t>
            </a:r>
            <a:r>
              <a:rPr sz="2200" dirty="0" err="1">
                <a:latin typeface="Aptos" panose="020B0004020202020204" pitchFamily="34" charset="0"/>
              </a:rPr>
              <a:t>Tkinter</a:t>
            </a:r>
            <a:r>
              <a:rPr sz="2200" dirty="0">
                <a:latin typeface="Aptos" panose="020B0004020202020204" pitchFamily="34" charset="0"/>
              </a:rPr>
              <a:t>.</a:t>
            </a:r>
          </a:p>
          <a:p>
            <a:r>
              <a:rPr sz="2200" dirty="0">
                <a:latin typeface="Aptos" panose="020B0004020202020204" pitchFamily="34" charset="0"/>
              </a:rPr>
              <a:t>The calculator supports trigonometric, logarithmic, and arithmetic functions.</a:t>
            </a:r>
          </a:p>
          <a:p>
            <a:r>
              <a:rPr sz="2200" dirty="0">
                <a:latin typeface="Aptos" panose="020B0004020202020204" pitchFamily="34" charset="0"/>
              </a:rPr>
              <a:t>It features a modern colorful UI and dynamic button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 Build a GUI-based scientific calculator</a:t>
            </a:r>
          </a:p>
          <a:p>
            <a:r>
              <a:rPr sz="2200" dirty="0">
                <a:latin typeface="Aptos" panose="020B0004020202020204" pitchFamily="34" charset="0"/>
              </a:rPr>
              <a:t> Implement mathematical functions (sin, cos, tan, log, sqrt)</a:t>
            </a:r>
          </a:p>
          <a:p>
            <a:r>
              <a:rPr lang="en-US" sz="2200" dirty="0">
                <a:latin typeface="Aptos" panose="020B0004020202020204" pitchFamily="34" charset="0"/>
              </a:rPr>
              <a:t> </a:t>
            </a:r>
            <a:r>
              <a:rPr sz="2200" dirty="0">
                <a:latin typeface="Aptos" panose="020B0004020202020204" pitchFamily="34" charset="0"/>
              </a:rPr>
              <a:t>Use dynamic button creation for scalability</a:t>
            </a:r>
          </a:p>
          <a:p>
            <a:r>
              <a:rPr sz="2200" dirty="0">
                <a:latin typeface="Aptos" panose="020B0004020202020204" pitchFamily="34" charset="0"/>
              </a:rPr>
              <a:t> Apply colorful UI for user-friendly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Programming Language: Python</a:t>
            </a:r>
          </a:p>
          <a:p>
            <a:r>
              <a:rPr sz="2200" dirty="0">
                <a:latin typeface="Aptos" panose="020B0004020202020204" pitchFamily="34" charset="0"/>
              </a:rPr>
              <a:t>GUI Library: </a:t>
            </a:r>
            <a:r>
              <a:rPr sz="2200" dirty="0" err="1">
                <a:latin typeface="Aptos" panose="020B0004020202020204" pitchFamily="34" charset="0"/>
              </a:rPr>
              <a:t>Tkinter</a:t>
            </a:r>
            <a:endParaRPr sz="2200" dirty="0">
              <a:latin typeface="Aptos" panose="020B0004020202020204" pitchFamily="34" charset="0"/>
            </a:endParaRPr>
          </a:p>
          <a:p>
            <a:r>
              <a:rPr sz="2200" dirty="0">
                <a:latin typeface="Aptos" panose="020B0004020202020204" pitchFamily="34" charset="0"/>
              </a:rPr>
              <a:t>Math Library: math</a:t>
            </a:r>
          </a:p>
          <a:p>
            <a:r>
              <a:rPr sz="2200" dirty="0">
                <a:latin typeface="Aptos" panose="020B0004020202020204" pitchFamily="34" charset="0"/>
              </a:rPr>
              <a:t>IDE: Visual Studio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The project uses functions such as:</a:t>
            </a:r>
          </a:p>
          <a:p>
            <a:r>
              <a:rPr sz="2200" dirty="0">
                <a:latin typeface="Aptos" panose="020B0004020202020204" pitchFamily="34" charset="0"/>
              </a:rPr>
              <a:t>- </a:t>
            </a:r>
            <a:r>
              <a:rPr sz="2200" dirty="0" err="1">
                <a:latin typeface="Aptos" panose="020B0004020202020204" pitchFamily="34" charset="0"/>
              </a:rPr>
              <a:t>button_click</a:t>
            </a:r>
            <a:r>
              <a:rPr sz="2200" dirty="0">
                <a:latin typeface="Aptos" panose="020B0004020202020204" pitchFamily="34" charset="0"/>
              </a:rPr>
              <a:t>()</a:t>
            </a:r>
          </a:p>
          <a:p>
            <a:r>
              <a:rPr sz="2200" dirty="0">
                <a:latin typeface="Aptos" panose="020B0004020202020204" pitchFamily="34" charset="0"/>
              </a:rPr>
              <a:t>- clear()</a:t>
            </a:r>
          </a:p>
          <a:p>
            <a:r>
              <a:rPr sz="2200" dirty="0">
                <a:latin typeface="Aptos" panose="020B0004020202020204" pitchFamily="34" charset="0"/>
              </a:rPr>
              <a:t>- delete()</a:t>
            </a:r>
          </a:p>
          <a:p>
            <a:r>
              <a:rPr sz="2200" dirty="0">
                <a:latin typeface="Aptos" panose="020B0004020202020204" pitchFamily="34" charset="0"/>
              </a:rPr>
              <a:t>- calculate()</a:t>
            </a:r>
          </a:p>
          <a:p>
            <a:r>
              <a:rPr sz="2200" dirty="0">
                <a:latin typeface="Aptos" panose="020B0004020202020204" pitchFamily="34" charset="0"/>
              </a:rPr>
              <a:t>to handle user interactions and calculations.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 Colorful user interface</a:t>
            </a:r>
          </a:p>
          <a:p>
            <a:r>
              <a:rPr sz="2200" dirty="0">
                <a:latin typeface="Aptos" panose="020B0004020202020204" pitchFamily="34" charset="0"/>
              </a:rPr>
              <a:t> Supports sin, cos, tan, log, sqrt</a:t>
            </a:r>
          </a:p>
          <a:p>
            <a:r>
              <a:rPr sz="2200" dirty="0">
                <a:latin typeface="Aptos" panose="020B0004020202020204" pitchFamily="34" charset="0"/>
              </a:rPr>
              <a:t> Dynamic button creation</a:t>
            </a:r>
          </a:p>
          <a:p>
            <a:r>
              <a:rPr sz="2200" dirty="0">
                <a:latin typeface="Aptos" panose="020B0004020202020204" pitchFamily="34" charset="0"/>
              </a:rPr>
              <a:t> Error handling in calculations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The interface uses a dark theme with:</a:t>
            </a:r>
          </a:p>
          <a:p>
            <a:r>
              <a:rPr sz="2200" dirty="0">
                <a:latin typeface="Aptos" panose="020B0004020202020204" pitchFamily="34" charset="0"/>
              </a:rPr>
              <a:t>- Color-coded buttons</a:t>
            </a:r>
          </a:p>
          <a:p>
            <a:r>
              <a:rPr sz="2200" dirty="0">
                <a:latin typeface="Aptos" panose="020B0004020202020204" pitchFamily="34" charset="0"/>
              </a:rPr>
              <a:t>- Large display area</a:t>
            </a:r>
          </a:p>
          <a:p>
            <a:r>
              <a:rPr sz="2200" dirty="0">
                <a:latin typeface="Aptos" panose="020B0004020202020204" pitchFamily="34" charset="0"/>
              </a:rPr>
              <a:t>- Button hover effects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 Add keyboard input support</a:t>
            </a:r>
          </a:p>
          <a:p>
            <a:r>
              <a:rPr sz="2200" dirty="0">
                <a:latin typeface="Aptos" panose="020B0004020202020204" pitchFamily="34" charset="0"/>
              </a:rPr>
              <a:t> Degree/Radian toggle</a:t>
            </a:r>
          </a:p>
          <a:p>
            <a:r>
              <a:rPr sz="2200" dirty="0">
                <a:latin typeface="Aptos" panose="020B0004020202020204" pitchFamily="34" charset="0"/>
              </a:rPr>
              <a:t> History of calculations</a:t>
            </a:r>
          </a:p>
          <a:p>
            <a:r>
              <a:rPr sz="2200" dirty="0">
                <a:latin typeface="Aptos" panose="020B0004020202020204" pitchFamily="34" charset="0"/>
              </a:rPr>
              <a:t> Graph plotting feature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 Syntax errors (indentation, try-except)</a:t>
            </a:r>
          </a:p>
          <a:p>
            <a:r>
              <a:rPr sz="2200" dirty="0">
                <a:latin typeface="Aptos" panose="020B0004020202020204" pitchFamily="34" charset="0"/>
              </a:rPr>
              <a:t> Handling sqrt and complex expressions</a:t>
            </a:r>
          </a:p>
          <a:p>
            <a:r>
              <a:rPr sz="2200" dirty="0">
                <a:latin typeface="Aptos" panose="020B0004020202020204" pitchFamily="34" charset="0"/>
              </a:rPr>
              <a:t> UI alignment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>
                <a:latin typeface="Aptos" panose="020B0004020202020204" pitchFamily="34" charset="0"/>
              </a:rPr>
              <a:t>The project successfully demonstrates GUI programming using </a:t>
            </a:r>
            <a:r>
              <a:rPr sz="2200" dirty="0" err="1">
                <a:latin typeface="Aptos" panose="020B0004020202020204" pitchFamily="34" charset="0"/>
              </a:rPr>
              <a:t>Tkinter</a:t>
            </a:r>
            <a:r>
              <a:rPr sz="2200" dirty="0">
                <a:latin typeface="Aptos" panose="020B0004020202020204" pitchFamily="34" charset="0"/>
              </a:rPr>
              <a:t>. It integrates scientific functions, dynamic design, and user interaction.</a:t>
            </a:r>
          </a:p>
          <a:p>
            <a:r>
              <a:rPr sz="2200" dirty="0">
                <a:latin typeface="Aptos" panose="020B0004020202020204" pitchFamily="34" charset="0"/>
              </a:rPr>
              <a:t>This can be extended into a full calculator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32D8-61FA-CF1D-045C-805B5DC2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750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THANK YOU </a:t>
            </a:r>
            <a:br>
              <a:rPr lang="en-US" b="1" dirty="0"/>
            </a:br>
            <a:r>
              <a:rPr lang="en-US" i="1" dirty="0"/>
              <a:t>It was a pleasure presenting this to you.</a:t>
            </a:r>
            <a:br>
              <a:rPr lang="en-US" dirty="0"/>
            </a:br>
            <a:br>
              <a:rPr lang="en-IN" dirty="0"/>
            </a:br>
            <a:r>
              <a:rPr lang="en-US" dirty="0"/>
              <a:t>📩 </a:t>
            </a:r>
            <a:r>
              <a:rPr lang="en-US" i="1" dirty="0"/>
              <a:t>Reach me at:</a:t>
            </a:r>
            <a:r>
              <a:rPr lang="en-US" dirty="0"/>
              <a:t> Shahrukhshaikh.909@gmail.com</a:t>
            </a:r>
            <a:br>
              <a:rPr lang="en-US" dirty="0"/>
            </a:br>
            <a:r>
              <a:rPr lang="en-US" i="1" dirty="0"/>
              <a:t>Let’s stay connected!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0144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22</TotalTime>
  <Words>288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Celestial</vt:lpstr>
      <vt:lpstr>Basic &amp; Scientific Calculator using Tkinter</vt:lpstr>
      <vt:lpstr>Project Introduction</vt:lpstr>
      <vt:lpstr>Project Objectives</vt:lpstr>
      <vt:lpstr>Tools &amp; Technologies</vt:lpstr>
      <vt:lpstr>Code Overview</vt:lpstr>
      <vt:lpstr>Features</vt:lpstr>
      <vt:lpstr>User Interface Design</vt:lpstr>
      <vt:lpstr>Future Enhancements</vt:lpstr>
      <vt:lpstr>Challenges Faced</vt:lpstr>
      <vt:lpstr>Conclusion</vt:lpstr>
      <vt:lpstr>THANK YOU  It was a pleasure presenting this to you.  📩 Reach me at: Shahrukhshaikh.909@gmail.com Let’s stay connected!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Shahrukh Shaikh</cp:lastModifiedBy>
  <cp:revision>4</cp:revision>
  <dcterms:created xsi:type="dcterms:W3CDTF">2013-01-27T09:14:16Z</dcterms:created>
  <dcterms:modified xsi:type="dcterms:W3CDTF">2025-11-25T14:53:39Z</dcterms:modified>
  <cp:category/>
</cp:coreProperties>
</file>